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Vulnerability Scanner Mini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Name: Pradheeba T</a:t>
            </a:r>
          </a:p>
          <a:p>
            <a:pPr>
              <a:defRPr sz="2200"/>
            </a:pPr>
            <a:r>
              <a:t>Department: Cyber Security</a:t>
            </a:r>
          </a:p>
          <a:p>
            <a:pPr>
              <a:defRPr sz="2200"/>
            </a:pPr>
            <a:r>
              <a:t>Company: Thiranex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Vulnerability Scanner identifies security weaknesses in systems, networks, and web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Security flaws can lead to data breaches, unauthorized access, malware attacks and financial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Detect vulnerabilities</a:t>
            </a:r>
          </a:p>
          <a:p>
            <a:pPr>
              <a:defRPr sz="2200"/>
            </a:pPr>
            <a:r>
              <a:t>• Identify open ports</a:t>
            </a:r>
          </a:p>
          <a:p>
            <a:pPr>
              <a:defRPr sz="2200"/>
            </a:pPr>
            <a:r>
              <a:t>• Discover services</a:t>
            </a:r>
          </a:p>
          <a:p>
            <a:pPr>
              <a:defRPr sz="2200"/>
            </a:pPr>
            <a:r>
              <a:t>• Improve security</a:t>
            </a:r>
          </a:p>
          <a:p>
            <a:pPr>
              <a:defRPr sz="2200"/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Kali Linux</a:t>
            </a:r>
          </a:p>
          <a:p>
            <a:pPr>
              <a:defRPr sz="2200"/>
            </a:pPr>
            <a:r>
              <a:t>Nmap</a:t>
            </a:r>
          </a:p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VirtualBox</a:t>
            </a:r>
          </a:p>
          <a:p>
            <a:pPr>
              <a:defRPr sz="2200"/>
            </a:pPr>
            <a:r>
              <a:t>Laptop/Desktop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→ Target → Scanner → Detection →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Scan</a:t>
            </a:r>
          </a:p>
          <a:p>
            <a:pPr>
              <a:defRPr sz="2200"/>
            </a:pPr>
            <a:r>
              <a:t>Enter IP</a:t>
            </a:r>
          </a:p>
          <a:p>
            <a:pPr>
              <a:defRPr sz="2200"/>
            </a:pPr>
            <a:r>
              <a:t>Scan</a:t>
            </a:r>
          </a:p>
          <a:p>
            <a:pPr>
              <a:defRPr sz="2200"/>
            </a:pPr>
            <a:r>
              <a:t>Detect Ports</a:t>
            </a:r>
          </a:p>
          <a:p>
            <a:pPr>
              <a:defRPr sz="2200"/>
            </a:pPr>
            <a:r>
              <a:t>Analyze</a:t>
            </a:r>
          </a:p>
          <a:p>
            <a:pPr>
              <a:defRPr sz="2200"/>
            </a:pPr>
            <a:r>
              <a:t>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 Scanning</a:t>
            </a:r>
          </a:p>
          <a:p>
            <a:pPr>
              <a:defRPr sz="2200"/>
            </a:pPr>
            <a:r>
              <a:t>OS Detection</a:t>
            </a:r>
          </a:p>
          <a:p>
            <a:pPr>
              <a:defRPr sz="2200"/>
            </a:pPr>
            <a:r>
              <a:t>Service Detection</a:t>
            </a:r>
          </a:p>
          <a:p>
            <a:pPr>
              <a:defRPr sz="2200"/>
            </a:pPr>
            <a:r>
              <a:t>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socket</a:t>
            </a:r>
          </a:p>
          <a:p>
            <a:pPr>
              <a:defRPr sz="2200"/>
            </a:pPr>
            <a:r>
              <a:t>python-nmap</a:t>
            </a:r>
          </a:p>
          <a:p>
            <a:pPr>
              <a:defRPr sz="2200"/>
            </a:pPr>
            <a:r>
              <a:t>requests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Configure target</a:t>
            </a:r>
          </a:p>
          <a:p>
            <a:pPr>
              <a:defRPr sz="2200"/>
            </a:pPr>
            <a:r>
              <a:t>Run Nmap</a:t>
            </a:r>
          </a:p>
          <a:p>
            <a:pPr>
              <a:defRPr sz="2200"/>
            </a:pPr>
            <a:r>
              <a:t>Analyze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22 SSH Open</a:t>
            </a:r>
          </a:p>
          <a:p>
            <a:pPr>
              <a:defRPr sz="2200"/>
            </a:pPr>
            <a:r>
              <a:t>80 HTTP Open</a:t>
            </a:r>
          </a:p>
          <a:p>
            <a:pPr>
              <a:defRPr sz="2200"/>
            </a:pPr>
            <a:r>
              <a:t>443 HTTPS Open</a:t>
            </a:r>
          </a:p>
          <a:p>
            <a:pPr>
              <a:defRPr sz="2200"/>
            </a:pPr>
            <a:r>
              <a:t>(Add screenshot)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Easy</a:t>
            </a:r>
          </a:p>
          <a:p>
            <a:pPr>
              <a:defRPr sz="2200"/>
            </a:pPr>
            <a:r>
              <a:t>Fast</a:t>
            </a:r>
          </a:p>
          <a:p>
            <a:pPr>
              <a:defRPr sz="2200"/>
            </a:pPr>
            <a:r>
              <a:t>Improves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False positives</a:t>
            </a:r>
          </a:p>
          <a:p>
            <a:pPr>
              <a:defRPr sz="2200"/>
            </a:pPr>
            <a:r>
              <a:t>Needs permission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Detection</a:t>
            </a:r>
          </a:p>
          <a:p>
            <a:pPr>
              <a:defRPr sz="2200"/>
            </a:pPr>
            <a:r>
              <a:t>Cloud Scanning</a:t>
            </a:r>
          </a:p>
          <a:p>
            <a:pPr>
              <a:defRPr sz="2200"/>
            </a:pPr>
            <a:r>
              <a:t>Realtime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