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OWASP Top 10 Vulnerability Assessment using OWASP Juice Shop and Burp Suite</a:t>
            </a:r>
          </a:p>
          <a:p/>
          <a:p>
            <a:r>
              <a:t>Presented by: Abinaya S</a:t>
            </a:r>
          </a:p>
          <a:p>
            <a:r>
              <a:t>R.M.D. Engineering College</a:t>
            </a:r>
          </a:p>
          <a:p>
            <a:r>
              <a:t>SkillsQuark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Cyber Security protects systems, networks and web applications from attacks.</a:t>
            </a:r>
            <a:br/>
            <a:r>
              <a:t>• Protects confidentiality</a:t>
            </a:r>
            <a:br/>
            <a:r>
              <a:t>• Protects integrity</a:t>
            </a:r>
            <a:br/>
            <a:r>
              <a:t>• Protects availability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Many web applications contain vulnerabilities.</a:t>
            </a:r>
            <a:br/>
            <a:r>
              <a:t>• Poor input validation</a:t>
            </a:r>
            <a:br/>
            <a:r>
              <a:t>• Weak authentication</a:t>
            </a:r>
            <a:br/>
            <a:r>
              <a:t>• Security misconfiguration</a:t>
            </a:r>
            <a:br/>
            <a:r>
              <a:t>• Injection attacks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Understand OWASP Top 10</a:t>
            </a:r>
            <a:br/>
            <a:r>
              <a:t>• Learn Burp Suite</a:t>
            </a:r>
            <a:br/>
            <a:r>
              <a:t>• Perform SQL Injection testing</a:t>
            </a:r>
            <a:br/>
            <a:r>
              <a:t>• Perform XSS testing</a:t>
            </a:r>
            <a:br/>
            <a:r>
              <a:t>• Improve practical skills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OWASP?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OWASP is a non-profit organization that improves software security.</a:t>
            </a:r>
            <a:br/>
            <a:r>
              <a:t>OWASP Top 10 lists the most critical web security risks.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Top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1.Broken Access Control</a:t>
            </a:r>
            <a:br/>
            <a:r>
              <a:t>2.Cryptographic Failures</a:t>
            </a:r>
            <a:br/>
            <a:r>
              <a:t>3.Injection</a:t>
            </a:r>
            <a:br/>
            <a:r>
              <a:t>4.Insecure Design</a:t>
            </a:r>
            <a:br/>
            <a:r>
              <a:t>5.Security Misconfiguration</a:t>
            </a:r>
            <a:br/>
            <a:r>
              <a:t>6.Vulnerable Components</a:t>
            </a:r>
            <a:br/>
            <a:r>
              <a:t>7.Authentication Failures</a:t>
            </a:r>
            <a:br/>
            <a:r>
              <a:t>8.Software/Data Integrity Failures</a:t>
            </a:r>
            <a:br/>
            <a:r>
              <a:t>9.Logging Failures</a:t>
            </a:r>
            <a:br/>
            <a:r>
              <a:t>10.SSRF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Juice 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OWASP Juice Shop is an intentionally vulnerable web application used for learning security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Burp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Burp Suite intercepts HTTP requests and helps analyze and test web application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Install Docker → Run Juice Shop → Configure Burp Suite → Capture Requests → Test SQL Injection → Test XSS → Analyze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SQL Injection manipulates SQL queries using malicious input.</a:t>
            </a:r>
            <a:br/>
            <a:r>
              <a:t>Example: ' OR 1=1--</a:t>
            </a:r>
            <a:br/>
            <a:r>
              <a:t>Impact: Login bypass, Data theft.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Cross-Site Scripting (XSS)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XSS injects malicious JavaScript into web pages.</a:t>
            </a:r>
            <a:br/>
            <a:r>
              <a:t>Example: &lt;script&gt;alert('XSS')&lt;/script&gt;</a:t>
            </a:r>
            <a:br/>
            <a:r>
              <a:t>Impact: Cookie theft, Session hijacking.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Successfully launched Juice Shop.</a:t>
            </a:r>
            <a:br/>
            <a:r>
              <a:t>Captured requests.</a:t>
            </a:r>
            <a:br/>
            <a:r>
              <a:t>Performed SQL Injection and XSS testing.</a:t>
            </a:r>
            <a:br/>
            <a:r>
              <a:t>Documented observations.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Advantages:</a:t>
            </a:r>
            <a:br/>
            <a:r>
              <a:t>• Hands-on learning</a:t>
            </a:r>
            <a:br/>
            <a:r>
              <a:t>• Industry tools</a:t>
            </a:r>
            <a:br/>
            <a:r>
              <a:t>• Better awareness</a:t>
            </a:r>
            <a:br/>
            <a:br/>
            <a:r>
              <a:t>Limitations:</a:t>
            </a:r>
            <a:br/>
            <a:r>
              <a:t>• Lab environment</a:t>
            </a:r>
            <a:br/>
            <a:r>
              <a:t>• Basic testing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API Security</a:t>
            </a:r>
            <a:br/>
            <a:r>
              <a:t>JWT Testing</a:t>
            </a:r>
            <a:br/>
            <a:r>
              <a:t>Cloud Security</a:t>
            </a:r>
            <a:br/>
            <a:r>
              <a:t>DevSecOps</a:t>
            </a:r>
            <a:br/>
            <a:r>
              <a:t>Automated Vulnerability Assessment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improved practical understanding of web application security.</a:t>
            </a:r>
            <a:br/>
            <a:br/>
            <a:r>
              <a:t>Thank You!</a:t>
            </a:r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